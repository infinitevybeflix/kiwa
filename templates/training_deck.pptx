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Customer Service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Staff Training · October 2025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Facilitator: Jane Kamau, Head of Customer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1.  Why customer service matters (5 min)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2.  Our 4 service principles (10 min)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3.  The 'LAST' framework for difficult conversations (15 min)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4.  Practice scenarios in pairs (20 min)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5.  Q&amp;A and close (10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4.4/5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current CSAT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issues resolved first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3.2x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LTV of happy vs unhappy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A 0.5-star increase in our CSAT correlates with KES 4.2M/year in retained revenue. Every interaction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Our 4 Service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1.  Listen first — let the customer finish before responding.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2.  Acknowledge the emotion — 'I hear how frustrating this is.'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3.  Solve the problem — propose a concrete next step.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4.  Thank them — every customer is doing us a favor by telling 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LAST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For difficult conversations: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L — Listen. Don't interrupt. Take notes.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A — Acknowledge. 'I understand why this is upsetting.'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S — Solve. Propose a specific action with a specific time.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T — Thank. End with genuine thanks for the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Practice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In pairs, roleplay these for 5 minutes each: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A. Customer's order arrived 2 hours late and the groceries were damaged.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B. Customer is on their 4th call about the same billing error.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C. Customer is calm but the issue is genuinely our fault and outside policy.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D. Customer is angry and insulting — stay composed, follow LAST.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</a:rPr>
              <a:t>Three things to take away: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1.  Every interaction is a chance to make or break a KES 7,200 customer relationship.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2.  The LAST framework is your default for any difficult conversation.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3.  Escalate to your lead when in doubt — never guess on refunds over KES 5,000.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Resources: kiwa-handbook.acme.co.ke  ·  #cx-help on Slack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