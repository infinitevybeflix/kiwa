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2937"/>
                </a:solidFill>
              </a:rPr>
              <a:t>Presentation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</a:rPr>
              <a:t>Subtitle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