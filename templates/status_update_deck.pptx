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Weekly Status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937"/>
                </a:solidFill>
              </a:rPr>
              <a:t>Mobile App Redesign · Week 5 of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3657600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✓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3657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6974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Discovery interviews (8)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• Competitive scan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• IA v1 draft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• Stakeholder kickoff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011680"/>
            <a:ext cx="3657600" cy="5486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⏳ In Progress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560320"/>
            <a:ext cx="3657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6974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Wireframes for dashboard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• Design system v2 audit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• Onboarding flow rewrite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011680"/>
            <a:ext cx="36576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✗ Blocked / Risks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2560320"/>
            <a:ext cx="3657600" cy="329184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697480"/>
            <a:ext cx="32918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937"/>
                </a:solidFill>
              </a:rPr>
              <a:t>• Engineering capacity — need contractor</a:t>
            </a:r>
          </a:p>
          <a:p>
            <a:pPr algn="l"/>
            <a:r>
              <a:rPr sz="1400" b="0">
                <a:solidFill>
                  <a:srgbClr val="1F2937"/>
                </a:solidFill>
              </a:rPr>
              <a:t>• Apple review time unknown (mitigate: submit W12)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Metrics This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interviews done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912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wireframes drafted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463040"/>
            <a:ext cx="3657600" cy="219456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6459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D97706"/>
                </a:solidFill>
              </a:rPr>
              <a:t>3/5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7432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7280"/>
                </a:solidFill>
              </a:rPr>
              <a:t>milestones on track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Next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2937"/>
                </a:solidFill>
              </a:rPr>
              <a:t>1.  Finish wireframes for dashboard + settings (by Wed)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2.  Begin visual design for onboarding (Thu-Fri)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3.  1-hour design review with VP Product (Fri 2pm)</a:t>
            </a:r>
          </a:p>
          <a:p>
            <a:pPr algn="l"/>
            <a:r>
              <a:rPr sz="1800" b="0">
                <a:solidFill>
                  <a:srgbClr val="1F2937"/>
                </a:solidFill>
              </a:rPr>
              <a:t>4.  Submit contractor SOW for sign-off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