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ACME FOODS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F2937"/>
                </a:solidFill>
              </a:rPr>
              <a:t>Mobile-First Grocery Delivery for Nairobi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Seed Pitch Deck · October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Nairobi's middle-class households face: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60–90 minute supermarket trips including traffic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Supply volatility for fresh produce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Existing delivery services cover only 5% of supermarket SKUs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No real-time inventory visibility across stores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600,000 households earning KES 100,000+/month are underserved.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A single app that aggregates inventory across 14 partner supermarkets.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Real-time inventory across stores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90-minute delivery window with live rider tracking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Smart substitution suggestions when items are out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KES 99 flat delivery fee, or free above KES 3,000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Premium subscription: KES 499/month for unlimited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1,200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monthly 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KES 8.6M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monthly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32%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WoW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6-week validation pilot in Westlands + Kilimani. Pre-launch waitlist growing organically via WhatsApp groups and apartment-complex partnerships.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Revenue streams: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1.  8% commission on every order (paid by partner supermarkets)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2.  KES 99 flat delivery fee per order under KES 3,000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3.  KES 499/month premium subscription (target 20% of customers)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4.  Future: branded private-label products (Year 2), advertising (Year 3)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Unit economics (current):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Average order value: KES 7,200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Contribution margin per order: KES 612 (8.5%)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•  CAC payback: 3.4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Financial Projections (KES)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194560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2194560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481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Orders/mo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1371600"/>
            <a:ext cx="2194560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81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371600"/>
            <a:ext cx="2194560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481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Gross profit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371600"/>
            <a:ext cx="2194560" cy="5486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148132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EBITDA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92024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29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Y1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2024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029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1,200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92024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029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8.6M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92024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029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2.4M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192024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0299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(2.1M)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78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Y2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246888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2578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5,500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246888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2578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39.6M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246888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578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11.6M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246888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578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1.8M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01752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127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Y3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301752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0" y="3127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14,000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301752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127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100.8M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301752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3127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30.3M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01752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1272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8.3M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56616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6758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Y5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356616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0" y="36758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60,000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0" y="356616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0" y="36758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432.0M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356616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36758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132.0M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3566160"/>
            <a:ext cx="2194560" cy="548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36758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</a:rPr>
              <a:t>72.0M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</a:rPr>
              <a:t>Sarah Wanjiru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</a:rPr>
              <a:t>CEO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ex-Jumia · 7y African e-commerce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65760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</a:rPr>
              <a:t>Daniel Otieno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</a:rPr>
              <a:t>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9260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ex-Andela · 9y logistics platforms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657600" cy="2926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459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</a:rPr>
              <a:t>Jane Kamau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97706"/>
                </a:solidFill>
              </a:rPr>
              <a:t>CMO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</a:rPr>
              <a:t>ex-Safaricom · 11y consumer marketing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97706"/>
                </a:solidFill>
              </a:rPr>
              <a:t>KES 25,000,000 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</a:rPr>
              <a:t>Use of funds: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•  Rider fleet (40 riders, motorcycles + insurance) — KES 8.0M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•  Two micro-fulfillment hubs (lease, fit-out, equipment) — KES 6.5M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•  Technology (engineering hires, cloud, data) — KES 5.0M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•  Marketing &amp; customer acquisition — KES 3.5M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•  Working capital — KES 2.0M</a:t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1F2937"/>
                </a:solidFill>
              </a:rPr>
              <a:t>Target close: November 30, 2025. Contact: sarah@acme.co.ke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